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solidFill>
              <a:srgbClr val="0A0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SMART MUNICIPAL INFRASTRUCTURE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CivicFix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A5FA"/>
                </a:solidFill>
              </a:defRPr>
            </a:pPr>
            <a:r>
              <a:t>Scan. Report. Fixed. — AI-Verified Civic Redressal &amp; GIS Dispatch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10332720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10332720" cy="256032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TEAM: DevOps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97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Kevin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Team Lead / Cloud &amp; DevOps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AWS Architecture &amp;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297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Member 2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Backend &amp; AI Engineer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Spring Boot &amp; Gemini Vision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297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Member 3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Frontend Architect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React 19 &amp; Interactive GIS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297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Member 4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Database &amp; QA Engineer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MySQL Data Integrity &amp;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solidFill>
              <a:srgbClr val="0A0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CHALLENGE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Bridging the gap between citizen grievances and municipal authorities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THE PROBLEM STATEMENT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Slow &amp; Fragmented Redressal: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Citizens struggle with bureaucratic, outdated complaint portals with zero visibility into resolution status.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Spam, Fakes &amp; Overloaded Staff: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Municipal bodies waste hundreds of hours filtering non-civic photos, unrelated images, and duplicate complaints.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Vague &amp; Inaccurate Locations: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Complaints lack pinpoint coordinates, causing municipal field crews to wander looking for potholes and dumps.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Citizen Privacy Violations: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Unregulated public photos often capture pedestrians' faces, creating legal and privacy liabilities.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THE CIVICFIX SOLUTION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✔ AI Vision Verification (Gemini 1.5):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Instantly validates genuine road, garbage, and infrastructure issues, generating auto-descriptions.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✔ Automated Privacy Shield: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AI scans uploaded photos; immediately rejects any image containing human faces to protect citizen privacy.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✔ Hyper-Local Locality Intelligence: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Pre-mapped GPS tagging for Eachanari, Gandhipuram, etc., with interactive maps and route navigation.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✔ Unified Department Hub: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Department-segregated review queue (Roads, Sanitation, Water) with live status tracking for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solidFill>
              <a:srgbClr val="0A0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AWS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Scalable, resilient, and enterprise-grade deployment on Amazon Web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Amazon EC2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Compute &amp; Hosting</a:t>
            </a:r>
          </a:p>
          <a:p/>
          <a:p>
            <a:pPr>
              <a:defRPr sz="1050">
                <a:solidFill>
                  <a:srgbClr val="94A3B8"/>
                </a:solidFill>
              </a:defRPr>
            </a:pPr>
            <a:r>
              <a:t>• Hosts Dockerized multi-tier stack (Nginx, Spring Boot, MySQL)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Ubuntu 24.04 LTS instance running in public subnet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High availability with container auto-restart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574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Amazon S3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Object Cloud Storage</a:t>
            </a:r>
          </a:p>
          <a:p/>
          <a:p>
            <a:pPr>
              <a:defRPr sz="1050">
                <a:solidFill>
                  <a:srgbClr val="94A3B8"/>
                </a:solidFill>
              </a:defRPr>
            </a:pPr>
            <a:r>
              <a:t>• Durable cloud bucket for high-res civic issue photos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Automatic fallback to local container volume on network fail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Direct secure CDN URLs for citizen &amp; admin inspection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AWS VPC &amp; Security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Network Isolation</a:t>
            </a:r>
          </a:p>
          <a:p/>
          <a:p>
            <a:pPr>
              <a:defRPr sz="1050">
                <a:solidFill>
                  <a:srgbClr val="94A3B8"/>
                </a:solidFill>
              </a:defRPr>
            </a:pPr>
            <a:r>
              <a:t>• Strict Security Group firewalls (Port 80 HTTP, Port 8080 API)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Container-internal bridge network for MySQL isolation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Safe traffic ingress protecting database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0574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AWS IAM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Access Management</a:t>
            </a:r>
          </a:p>
          <a:p/>
          <a:p>
            <a:pPr>
              <a:defRPr sz="1050">
                <a:solidFill>
                  <a:srgbClr val="94A3B8"/>
                </a:solidFill>
              </a:defRPr>
            </a:pPr>
            <a:r>
              <a:t>• Least-privilege security roles for EC2-to-S3 uploads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Credential-less cloud authorization via instance profiles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Encrypted environment variable secrets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solidFill>
              <a:srgbClr val="0A0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IMPACT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Key Benefits &amp; Feasibility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Demonstrated municipal ROI, operational savings, and effortless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CORE BENEFITS &amp; IMPACT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★ 80% Reduction in Triage Time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Automated AI classification directs complaints straight to Roads, Sanitation, or Water officials without manual triage.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★ Elimination of False Reports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Computer vision model rejects fake photos, non-civic uploads, and duplicate entries at the submission gate.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★ Turn-by-Turn Field Dispatch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Integrated GPS coordinates and Google Maps directions guide municipal maintenance teams directly to the spot.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★ Transparent Citizen Tracking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Real-time status updates (Not Reviewed -&gt; Reviewed -&gt; Resolved) build public trust in local governance.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PROJECT FEASIBILITY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✔ Technical Feasibility: HIGH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Built on robust enterprise technologies (Spring Boot, React 19, Docker, MySQL) with zero proprietary vendor lock-in.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✔ Financial Viability: LOW COST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Runs efficiently on a single EC2 micro/small instance with pay-as-you-go S3 storage, minimizing public expenditure.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✔ Operational Simplicity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Zero installation needed for citizens or staff — operates entirely via browser across mobiles, tablets, and desktops.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✔ Scalability &amp; Extensibility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Modular REST architecture ready to connect to smart city IoT sensors, WhatsApp grievance bots, and state-wide portals.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solidFill>
              <a:srgbClr val="0A0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23847" y="1051560"/>
            <a:ext cx="9144000" cy="4754880"/>
          </a:xfrm>
          <a:prstGeom prst="roundRect">
            <a:avLst/>
          </a:prstGeom>
          <a:solidFill>
            <a:srgbClr val="141E32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81047" y="1600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F8FAFC"/>
                </a:solidFill>
              </a:defRPr>
            </a:pPr>
            <a:r>
              <a:t>Building Cleaner, Safer &amp; Smarter Neighborhoods Together</a:t>
            </a:r>
          </a:p>
          <a:p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Presented by DevOps Titans</a:t>
            </a:r>
          </a:p>
          <a:p/>
          <a:p>
            <a:pPr algn="ctr">
              <a:defRPr sz="1400">
                <a:solidFill>
                  <a:srgbClr val="93C5FD"/>
                </a:solidFill>
              </a:defRPr>
            </a:pPr>
            <a:r>
              <a:t>🌐 Live Deployment: http://3.88.100.25   |   📁 Repository: github.com/Kevin-13579/civic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